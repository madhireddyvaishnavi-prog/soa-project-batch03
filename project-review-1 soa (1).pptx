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891491"/>
              </p:ext>
            </p:extLst>
          </p:nvPr>
        </p:nvGraphicFramePr>
        <p:xfrm>
          <a:off x="8150942" y="4898509"/>
          <a:ext cx="3744379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4379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M.Vaishnavi-2420090146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Durga Bhavani-2420030184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Deva-2420030681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910031"/>
              </p:ext>
            </p:extLst>
          </p:nvPr>
        </p:nvGraphicFramePr>
        <p:xfrm>
          <a:off x="-795813" y="4774125"/>
          <a:ext cx="5902325" cy="142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Mary 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Navyatha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Govindu</a:t>
                      </a:r>
                      <a:endParaRPr lang="en-US" sz="14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30-08-2026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53C989-2E77-4EAB-9915-FA3C5850A46F}"/>
              </a:ext>
            </a:extLst>
          </p:cNvPr>
          <p:cNvSpPr txBox="1"/>
          <p:nvPr/>
        </p:nvSpPr>
        <p:spPr>
          <a:xfrm>
            <a:off x="540774" y="1376515"/>
            <a:ext cx="10353367" cy="512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course is important for a student’s academic growth and future career.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find it difficult to select courses based on their interests, skills, and academic performance.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course selection methods may provide general information without considering individual student needs.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 number of available courses can create confusion and make decision-making difficult.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also struggle to identify courses that match their career goals and preferences.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personalized approach is needed to support students in course selection.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information and identifies suitable courses.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personalized course recommendations that help students make better-informed decisions</a:t>
            </a:r>
            <a:r>
              <a:rPr lang="en-IN" sz="2000" dirty="0"/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9F1E7D-6E71-5F69-A534-49F3E4763489}"/>
              </a:ext>
            </a:extLst>
          </p:cNvPr>
          <p:cNvSpPr txBox="1"/>
          <p:nvPr/>
        </p:nvSpPr>
        <p:spPr>
          <a:xfrm>
            <a:off x="875070" y="1455174"/>
            <a:ext cx="8268929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course recommendations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students.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student academic and preference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interests and skills.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suitable courses for each student.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course recommendations.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course-selection process.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 make informed academic decisions.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confusion while selecting courses.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985884"/>
              </p:ext>
            </p:extLst>
          </p:nvPr>
        </p:nvGraphicFramePr>
        <p:xfrm>
          <a:off x="274646" y="689466"/>
          <a:ext cx="11642705" cy="55695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Hilal et. al. [</a:t>
                      </a:r>
                      <a:r>
                        <a:rPr lang="en-IN" sz="1400" b="1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Epileptic Seizure Detection and Classification Model Using Optimal Deep Canonical Sparse Autoencoder,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Biology, 2022-mdpi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Coyote optimization algorithm 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(COA) for feature selection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Krill herd algorithm 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(KHA) for parameter tuning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deep canonical sparse autoencoder-based epileptic seizure detection and classification model using EEG signals.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achieves a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98.67% 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98.73%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under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multi-classification,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respectively.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paper does not mention the specific limitations of the proposed </a:t>
                      </a:r>
                      <a:r>
                        <a:rPr lang="en-IN" sz="1400" b="1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DCSAE-ESDC </a:t>
                      </a:r>
                      <a:r>
                        <a:rPr lang="en-IN" sz="1400" b="0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technique or the experimental analysis conducted using the benchmark epileptic seizure dataset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Sanjog Ray, Anuj Sharma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 Collaborative Filtering Based Approach for Recommending Elective Courses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Uses </a:t>
                      </a:r>
                      <a:r>
                        <a:rPr lang="en-IN" sz="1400" b="1" dirty="0"/>
                        <a:t>collaborative filtering</a:t>
                      </a:r>
                      <a:r>
                        <a:rPr lang="en-IN" sz="1400" dirty="0"/>
                        <a:t> to recommend elective courses.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Predicts the grade a student may obtain in a particular course.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Helps students choose electives based on predicted academic performance.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Shows that collaborative filtering can be effective for course recommendation.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Mainly focuses on predicting grades.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Does not extensively consider student interests, skills, or career goals.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Qimin</a:t>
                      </a:r>
                      <a:r>
                        <a:rPr lang="en-IN" sz="1400" dirty="0"/>
                        <a:t> Ban, Wen Wu, Wenxin Hu, Hui Lin, Wei Zheng, Liang He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Personalized Course Recommendations Based on a Learner’s Knowledge and Personality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Uses </a:t>
                      </a:r>
                      <a:r>
                        <a:rPr lang="en-IN" sz="1400" b="1" dirty="0"/>
                        <a:t>multi-task learning</a:t>
                      </a:r>
                      <a:r>
                        <a:rPr lang="en-IN" sz="1400" dirty="0"/>
                        <a:t>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Combines knowledge tracing, learner knowledge level, sequential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, and personality.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Generates personalized course recommendation lists.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Shows that learner knowledge and personality can improve personalization.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Experimental results demonstrate improvements in HR, NDCG, and precision.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Requires learner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and knowledge-related data.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The approach can be further explored for different educational environments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EE8017-6DBD-2192-1D1A-11FCEEF4987F}"/>
              </a:ext>
            </a:extLst>
          </p:cNvPr>
          <p:cNvSpPr txBox="1"/>
          <p:nvPr/>
        </p:nvSpPr>
        <p:spPr>
          <a:xfrm>
            <a:off x="530942" y="1246409"/>
            <a:ext cx="8613058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not consider multiple student factors together.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focus mainly on academic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interests and skills may not be sufficiently considered.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can be improved.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 can be incorporated to improve future recommendations.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simple and student-friendly recommendation system.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that combines academic performance, interests, skills, preferences, and feedback to provide personalized course recommendations can improve the course-selection process.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F1B9A2-5D95-BB74-3885-1E3614DD1691}"/>
              </a:ext>
            </a:extLst>
          </p:cNvPr>
          <p:cNvSpPr txBox="1"/>
          <p:nvPr/>
        </p:nvSpPr>
        <p:spPr>
          <a:xfrm>
            <a:off x="452284" y="1111045"/>
            <a:ext cx="9580785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course recommendations.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student characteristics.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recommendations according to individual student profiles.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student-friendly interface.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recommendations presented in an understandable format.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provide feedback on recommendations.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academic performance, interests, skills, and preferences for recommendation.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individualized recommendations rather than generic course suggestions.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with machine-learning-based recommendation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13594A-F8EA-1BB4-C70D-8B09D70EFA68}"/>
              </a:ext>
            </a:extLst>
          </p:cNvPr>
          <p:cNvSpPr txBox="1"/>
          <p:nvPr/>
        </p:nvSpPr>
        <p:spPr>
          <a:xfrm>
            <a:off x="422787" y="1376516"/>
            <a:ext cx="11335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required technologies such as React, Spring Boot, MySQL, Python/ML libraries, and Docker are freely available and support the development of the system.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technically, economically, and operationally feasible, with each module developed and tested independently.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D14CFF-9C01-EAD4-7877-968F5EAE9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870" y="2527301"/>
            <a:ext cx="6386861" cy="425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769</Words>
  <Application>Microsoft Office PowerPoint</Application>
  <PresentationFormat>Widescreen</PresentationFormat>
  <Paragraphs>105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maddi reddy vaishnavi</cp:lastModifiedBy>
  <cp:revision>33</cp:revision>
  <dcterms:created xsi:type="dcterms:W3CDTF">2026-08-08T06:33:56Z</dcterms:created>
  <dcterms:modified xsi:type="dcterms:W3CDTF">2026-09-01T08:34:08Z</dcterms:modified>
</cp:coreProperties>
</file>